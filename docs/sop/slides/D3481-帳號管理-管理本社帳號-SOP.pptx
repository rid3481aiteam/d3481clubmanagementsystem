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2432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3291840" cy="3291840"/>
          </a:xfrm>
          <a:prstGeom prst="ellipse">
            <a:avLst/>
          </a:prstGeom>
          <a:solidFill>
            <a:srgbClr val="2C3B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D4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D3481 社務管理平台　功能操作 SOP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帳號管理：管理本社帳號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社長 / 執秘視角　—　進階設定 → 管理本社帳號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8" name="Image 0" descr="icons/setting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455188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480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涵蓋步驟：</a:t>
            </a:r>
            <a:pPr indent="0" marL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入口導覽　帳號權限授予　帳號審核　帳號總覽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最後整理日期：2026-07-29　｜　依據 src/views/admin/AccountManagementView.vue 實際邏輯撰寫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文件說明與示範帳號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本章示範對象為社長 / 執秘視角（社團端）；地區管理員視角的「進階設定」內容不同，將於後續版本另立章節。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68680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示範社團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示範扶輪社（SOP 教材用）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示範帳號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sop@gmail.com（社長 / 執秘角色）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868680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操作範圍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進階設定 → 管理本社帳號（帳號權限授予／帳號審核／帳號總覽）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對應原始碼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44805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src/views/admin/AccountManagementView.vue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本文件所有畫面截圖，皆使用示範帳號實際操作平台正式站取得，非合成示意圖；示範資料僅供教學使用。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操作流程總覽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社長 / 執秘從「進階設定」進入後，依序完成以下四個步驟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2331720" cy="3200400"/>
          </a:xfrm>
          <a:prstGeom prst="rect">
            <a:avLst/>
          </a:prstGeom>
          <a:solidFill>
            <a:srgbClr val="FDF8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606040"/>
            <a:ext cx="731520" cy="7315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6" name="Image 0" descr="icons/setting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2843784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入口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進階設定 →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管理本社帳號</a:t>
            </a:r>
            <a:endParaRPr lang="en-US" sz="1200" dirty="0"/>
          </a:p>
        </p:txBody>
      </p:sp>
      <p:pic>
        <p:nvPicPr>
          <p:cNvPr id="10" name="Image 1" descr="icons/arrowrigh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7490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286000"/>
            <a:ext cx="2331720" cy="3200400"/>
          </a:xfrm>
          <a:prstGeom prst="rect">
            <a:avLst/>
          </a:prstGeom>
          <a:solidFill>
            <a:srgbClr val="FDF8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29100" y="2606040"/>
            <a:ext cx="731520" cy="7315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3" name="Image 2" descr="icons/userplus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284378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2044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帳號權限授予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2044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邀請已有帳號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加入本社</a:t>
            </a:r>
            <a:endParaRPr lang="en-US" sz="1200" dirty="0"/>
          </a:p>
        </p:txBody>
      </p:sp>
      <p:pic>
        <p:nvPicPr>
          <p:cNvPr id="17" name="Image 3" descr="icons/arrowrigh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74904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80760" y="2286000"/>
            <a:ext cx="2331720" cy="3200400"/>
          </a:xfrm>
          <a:prstGeom prst="rect">
            <a:avLst/>
          </a:prstGeom>
          <a:solidFill>
            <a:srgbClr val="FDF8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880860" y="2606040"/>
            <a:ext cx="731520" cy="7315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0" name="Image 4" descr="icons/clipboard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876" y="2843784"/>
            <a:ext cx="475488" cy="475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0956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17220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帳號審核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17220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核准新申請人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指派角色</a:t>
            </a:r>
            <a:endParaRPr lang="en-US" sz="1200" dirty="0"/>
          </a:p>
        </p:txBody>
      </p:sp>
      <p:pic>
        <p:nvPicPr>
          <p:cNvPr id="24" name="Image 5" descr="icons/arrowright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74904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32520" y="2286000"/>
            <a:ext cx="2331720" cy="3200400"/>
          </a:xfrm>
          <a:prstGeom prst="rect">
            <a:avLst/>
          </a:prstGeom>
          <a:solidFill>
            <a:srgbClr val="FDF8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532620" y="2606040"/>
            <a:ext cx="731520" cy="7315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7" name="Image 6" descr="icons/users-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0636" y="2843784"/>
            <a:ext cx="475488" cy="4754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56132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82396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帳號總覽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882396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權限／密碼／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停用／刪除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6" name="Image 0" descr="icons/setting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25758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進入「進階設定 →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管理本社帳號」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若有待審核申請，選單旁會出現數字徽章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94760" y="740664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0" name="Text 7"/>
          <p:cNvSpPr/>
          <p:nvPr/>
        </p:nvSpPr>
        <p:spPr>
          <a:xfrm>
            <a:off x="4087368" y="5943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登入後，點擊上方選單「進階設定」（齒輪圖示）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4760" y="1307592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2" name="Text 9"/>
          <p:cNvSpPr/>
          <p:nvPr/>
        </p:nvSpPr>
        <p:spPr>
          <a:xfrm>
            <a:off x="4087368" y="116128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選擇「管理本社帳號」，進入帳號管理頁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94760" y="1874520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4" name="Text 11"/>
          <p:cNvSpPr/>
          <p:nvPr/>
        </p:nvSpPr>
        <p:spPr>
          <a:xfrm>
            <a:off x="4087368" y="172821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待審核筆數會即時顯示在選單徽章上，不用特地進去查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94760" y="4160520"/>
            <a:ext cx="7909560" cy="2194560"/>
          </a:xfrm>
          <a:prstGeom prst="rect">
            <a:avLst/>
          </a:prstGeom>
          <a:solidFill>
            <a:srgbClr val="F4F5F8"/>
          </a:solidFill>
          <a:ln w="15875">
            <a:solidFill>
              <a:srgbClr val="C7CED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475220" y="4572000"/>
            <a:ext cx="548640" cy="54864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17" name="Image 1" descr="icons/camera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543" y="4643323"/>
            <a:ext cx="405994" cy="40599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94760" y="52120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截圖待補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94760" y="5513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docs/sop/screenshots/07-advanced-settings-menu.png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794760" y="64739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6" name="Image 0" descr="icons/userplu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25758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帳號權限授予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（邀請已有帳號）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把已經用扶輪帳號登入過的人，加進本社協作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94760" y="740664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0" name="Text 7"/>
          <p:cNvSpPr/>
          <p:nvPr/>
        </p:nvSpPr>
        <p:spPr>
          <a:xfrm>
            <a:off x="4087368" y="5943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在「Email」欄輸入對方的 Email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4760" y="1307592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2" name="Text 9"/>
          <p:cNvSpPr/>
          <p:nvPr/>
        </p:nvSpPr>
        <p:spPr>
          <a:xfrm>
            <a:off x="4087368" y="116128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切換「角色」開關（檢視／編輯）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94760" y="1874520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4" name="Text 11"/>
          <p:cNvSpPr/>
          <p:nvPr/>
        </p:nvSpPr>
        <p:spPr>
          <a:xfrm>
            <a:off x="4087368" y="172821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點擊「授予權限」完成邀請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94760" y="2441448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6" name="Text 13"/>
          <p:cNvSpPr/>
          <p:nvPr/>
        </p:nvSpPr>
        <p:spPr>
          <a:xfrm>
            <a:off x="4087368" y="2295144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點「查看授權紀錄」可展開歷次授權紀錄表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94760" y="3090672"/>
            <a:ext cx="7909560" cy="658368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18" name="Text 15"/>
          <p:cNvSpPr/>
          <p:nvPr/>
        </p:nvSpPr>
        <p:spPr>
          <a:xfrm>
            <a:off x="4023360" y="309067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注意：這裡不會建立新帳號，對方必須先自己用扶輪帳號（RotarySSO）登入過平台一次，系統才查得到；全新申請、還沒有所屬社別者請改用「帳號審核」。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794760" y="4160520"/>
            <a:ext cx="7909560" cy="2194560"/>
          </a:xfrm>
          <a:prstGeom prst="rect">
            <a:avLst/>
          </a:prstGeom>
          <a:solidFill>
            <a:srgbClr val="F4F5F8"/>
          </a:solidFill>
          <a:ln w="15875">
            <a:solidFill>
              <a:srgbClr val="C7CEDD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7475220" y="4572000"/>
            <a:ext cx="548640" cy="54864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21" name="Image 1" descr="icons/camera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543" y="4643323"/>
            <a:ext cx="405994" cy="4059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4760" y="52120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截圖待補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794760" y="5513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docs/sop/screenshots/08-grant-access-filled.png　／　09-invite-log.png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794760" y="64739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6" name="Image 0" descr="icons/clipboard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25758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帳號審核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（核准新申請人）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處理等待加入本社的新申請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94760" y="740664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0" name="Text 7"/>
          <p:cNvSpPr/>
          <p:nvPr/>
        </p:nvSpPr>
        <p:spPr>
          <a:xfrm>
            <a:off x="4087368" y="5943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清單顯示申請人姓名、扶輪 SSO 自稱社別、扶輪地區、扶輪身分別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4760" y="1307592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2" name="Text 9"/>
          <p:cNvSpPr/>
          <p:nvPr/>
        </p:nvSpPr>
        <p:spPr>
          <a:xfrm>
            <a:off x="4087368" y="116128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選擇角色：各社管理員／一般社友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94760" y="1874520"/>
            <a:ext cx="128016" cy="128016"/>
          </a:xfrm>
          <a:prstGeom prst="ellipse">
            <a:avLst/>
          </a:prstGeom>
          <a:solidFill>
            <a:srgbClr val="B8892A"/>
          </a:solidFill>
          <a:ln/>
        </p:spPr>
      </p:sp>
      <p:sp>
        <p:nvSpPr>
          <p:cNvPr id="14" name="Text 11"/>
          <p:cNvSpPr/>
          <p:nvPr/>
        </p:nvSpPr>
        <p:spPr>
          <a:xfrm>
            <a:off x="4087368" y="172821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點擊「啟動」即可核准，帳號隨即出現在「帳號總覽」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94760" y="4160520"/>
            <a:ext cx="7909560" cy="2194560"/>
          </a:xfrm>
          <a:prstGeom prst="rect">
            <a:avLst/>
          </a:prstGeom>
          <a:solidFill>
            <a:srgbClr val="F4F5F8"/>
          </a:solidFill>
          <a:ln w="15875">
            <a:solidFill>
              <a:srgbClr val="C7CED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475220" y="4572000"/>
            <a:ext cx="548640" cy="54864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17" name="Image 1" descr="icons/camera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543" y="4643323"/>
            <a:ext cx="405994" cy="40599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94760" y="52120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截圖待補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94760" y="5513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docs/sop/screenshots/10-account-review-activate.png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794760" y="64739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6" name="Image 0" descr="icons/user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25758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帳號總覽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本社所有帳號的日常維運操作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94760" y="731520"/>
            <a:ext cx="3794760" cy="2514600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10" name="Shape 7"/>
          <p:cNvSpPr/>
          <p:nvPr/>
        </p:nvSpPr>
        <p:spPr>
          <a:xfrm>
            <a:off x="4069080" y="1005840"/>
            <a:ext cx="594360" cy="59436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1" name="Image 1" descr="icons/toggl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1338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權限切換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069080" y="17830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檢視／編輯開關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09560" y="731520"/>
            <a:ext cx="3794760" cy="2514600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005840"/>
            <a:ext cx="594360" cy="59436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6" name="Image 2" descr="icons/key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1338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重設密碼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3880" y="17830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限手機號碼登入帳號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重設回完整手機號碼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794760" y="3566160"/>
            <a:ext cx="3794760" cy="2514600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20" name="Shape 15"/>
          <p:cNvSpPr/>
          <p:nvPr/>
        </p:nvSpPr>
        <p:spPr>
          <a:xfrm>
            <a:off x="4069080" y="3840480"/>
            <a:ext cx="594360" cy="59436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1" name="Image 3" descr="icons/power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396849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0060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停用／啟用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069080" y="4617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暫停或恢復帳號存取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909560" y="3566160"/>
            <a:ext cx="3794760" cy="25146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5" name="Shape 19"/>
          <p:cNvSpPr/>
          <p:nvPr/>
        </p:nvSpPr>
        <p:spPr>
          <a:xfrm>
            <a:off x="8183880" y="3840480"/>
            <a:ext cx="594360" cy="594360"/>
          </a:xfrm>
          <a:prstGeom prst="ellipse">
            <a:avLst/>
          </a:prstGeom>
          <a:solidFill>
            <a:srgbClr val="A23B3B"/>
          </a:solidFill>
          <a:ln/>
        </p:spPr>
      </p:sp>
      <p:pic>
        <p:nvPicPr>
          <p:cNvPr id="26" name="Image 4" descr="icons/trash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96849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1540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永久刪除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183880" y="4617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不可復原，該 Email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之後可重新邀請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794760" y="64739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D3481 社務管理平台功能操作 SOP ｜ 帳號管理：管理本社帳號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備註與下一步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4" name="Image 0" descr="icons/camera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62818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508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 5 處畫面皆為「截圖待補」，請使用 sop@gmail.com（示範扶輪社）登入正式站，依檔名 07~11 拍攝後補入 docs/sop/screenshots/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7" name="Image 1" descr="icons/filetex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1" y="3045501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926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對應的圖文步驟已寫入 docs/sop/02-功能操作SOP.md 第 4 章，與本簡報內容一致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2C3B66"/>
          </a:solidFill>
          <a:ln/>
        </p:spPr>
      </p:sp>
      <p:pic>
        <p:nvPicPr>
          <p:cNvPr id="10" name="Image 2" descr="icons/checkcircle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4462821"/>
            <a:ext cx="419527" cy="4195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4343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截圖到位後，可接續 Task #6：重新產出 D3481功能操作SOP-進度預覽.pdf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22960" y="6172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詳細進度追蹤：docs/sop/PROGRESS.md（Task #2）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2026-07-29T04:34:30Z</dcterms:created>
  <dcterms:modified xsi:type="dcterms:W3CDTF">2026-07-29T04:34:30Z</dcterms:modified>
</cp:coreProperties>
</file>